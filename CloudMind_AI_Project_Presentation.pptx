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CLOUD INFRASTRUCTURE INTELLIGENCE &amp; GREEN COMPUTING</a:t>
            </a:r>
          </a:p>
          <a:p>
            <a:pPr>
              <a:spcBef>
                <a:spcPts val="800"/>
              </a:spcBef>
              <a:defRPr sz="4400" b="1">
                <a:solidFill>
                  <a:srgbClr val="F8FAFC"/>
                </a:solidFill>
              </a:defRPr>
            </a:pPr>
            <a:r>
              <a:t>CloudMind AI</a:t>
            </a:r>
          </a:p>
          <a:p>
            <a:pPr>
              <a:spcBef>
                <a:spcPts val="1200"/>
              </a:spcBef>
              <a:defRPr sz="1800">
                <a:solidFill>
                  <a:srgbClr val="94A3B8"/>
                </a:solidFill>
              </a:defRPr>
            </a:pPr>
            <a:r>
              <a:t>An Autonomous Multi-Region AWS Telemetry, Automated Security Remediation &amp; Energy Optimization Platform</a:t>
            </a:r>
          </a:p>
          <a:p>
            <a:pPr>
              <a:spcBef>
                <a:spcPts val="2800"/>
              </a:spcBef>
              <a:defRPr sz="1300">
                <a:solidFill>
                  <a:srgbClr val="2563EB"/>
                </a:solidFill>
              </a:defRPr>
            </a:pPr>
            <a:r>
              <a:t>Technologies: React 18 • FastAPI • AWS Boto3 SDK • Amazon CloudWatch • AWS 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EXECUTIVE OVERVIEW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Project Abstract &amp; Key Deliverables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Centralized Visibility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Multi-Region AWS infrastructure cockpit.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Unified live telemetry ingestion.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Eliminates console jumping across 5+ AWS screens.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Reactive real-time state tracking.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Automated Security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Zero-trust ingress security group auditing.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EBS data-at-rest encryption checks.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Well-Architected compliance scoring.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Instant 1-click AWS CLI remediation scripts.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Green Computing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Continuous SPECpower energy modeling.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Live kWh consumption &amp; carbon calculation.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CloudWatch CPU historical analytics.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Carbon emission reduction recommendations.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INDUSTRY PAIN POINTS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Problem Statement &amp; Current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1. Fragmented Cloud Visibility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Engineers must navigate complex AWS consoles.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Lack of cross-region unified telemetry.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Delayed detection of compute anomalies.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2. Security Misconfigurations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&gt;80% of cloud security breaches stem from misconfigurations.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Open SSH (22) / RDP (3389) ports to 0.0.0.0/0.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Unencrypted EBS volumes violating compliance standards.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3. Energy Waste &amp; Carbon Inefficiency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Idle servers consume ~40% base electricity without productive output.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Lack of continuous mathematical modeling for server power draw.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No real-time carbon emissions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4. Authentication &amp; Security Friction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Fragmented credential inputs across multiple pages.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Risk of credential leakage or misconfiguration.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Need for unified STS verification &amp; local persistence.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THE SOLUTION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CloudMind AI: Architecture &amp; Core Capabilities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Global Connection Center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Single source of AWS authentication.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Direct STS identity validation.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Seamless switching across all AWS regions.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Persistent state across all application modules.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Security &amp; Remediation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One-click automated vulnerability scan.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Zero-trust ingress port analysis.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EBS encryption posture evaluation.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Copy-paste ready AWS CLI fixes.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Energy &amp; AI Copilot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Continuous thermal &amp; power curve modeling.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Dual metric switch (Efficiency vs CPU %).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Dynamic load balancing across active nodes.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Interactive conversational AI cloud assistant.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TECHNICAL BLUEPRINT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System Architecture &amp; 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Frontend Tier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React 18 Single Page Application (SPA).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Vite for ultra-fast compilation.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Glassmorphic custom CSS styling.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Client-side secure token storage.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Responsive across all screen sizes.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Backend Orchestration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FastAPI (Python 3.13) async REST gateway.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Pydantic strict schema validation.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Modular domain services architecture.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High-throughput non-blocking endpoints.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Zero-leak security error handling.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AWS Cloud Integration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Boto3 SDK for Amazon Web Services.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Amazon EC2 for instance &amp; volume data.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Amazon CloudWatch for CPU &amp; network telemetry.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AWS STS for zero-trust identity verification.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AWS Pricing API for regional emission factors.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PROCESS LIFECYCLE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End-to-End Operational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Step 1: Connect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Input IAM credentials on Dashboard.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Target region selection.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Support for STS session tokens.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Client-side encryption.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Step 2: Ingest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FastAPI queries AWS CloudWatch.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Extracts 24h/7d CPU averages.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Fetches active EC2 node inventory.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Aggregates network in/out.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Step 3: Analyze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Security audit executes rule engine.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Energy service computes power curve.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Load balancer checks workload variance.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AI model summarizes findings.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Step 4: Remediate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CLI scripts generated immediately.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Downscaling recommendations provided.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Traffic rebalance suggested.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Continuous posture improvement.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CORE FEATURE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Automated Cloud Security &amp; Remediation Scanner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Auditing Capabilities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Zero-Trust Ingress Audit: Scans all security group rules for 0.0.0.0/0 on sensitive ports (22 SSH, 3389 RDP).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Storage Volume Audit: Inspects all attached EBS volumes for AES-256 server-side encryption.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Instance Metadata Service: Enforces IMDSv2 to prevent SSRF vulnerabilities.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Compliance Score (0-100): Weighted calculation based on AWS Well-Architected Framework security pillar.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Actionable Remediation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Instant CLI Scripts: Generates copy-paste AWS CLI commands for immediate execution in AWS CloudShell.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Example: aws ec2 revoke-security-group-ingress --group-id &lt;sg-id&gt; --protocol tcp --port 22 --cidr 0.0.0.0/0.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Risk Categorization: Highlights Critical, High, Medium, and Passed items with visual badges.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Non-Destructive Scanning: All audit operations run strictly in read-only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GREEN COMPUTING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Continuous Server Energy Modeling &amp; Carbon Analytics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Scientific Energy Model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SPECpower Benchmark Integration: Replaces crude static formulas with continuous server power curves.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Base Idle Load: Models 25-40% baseline server power draw when compute is idle.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Optimal Sweet Spot: Scales continuously up to 95% efficiency between 60-75% CPU load.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Thermal Saturation Penalty: Incorporates cooling and thermal degradation curves beyond 85% CPU.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Operator Telemetry Features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Dual-Metric Switch: Toggle between continuous Efficiency Score (0-100) and raw CloudWatch CPU %.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Environmental Impact Metrics: Tracks energy consumed (kWh) and carbon emitted (kg CO2e).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Granular Timeframes: Inspect 24 hours, 48 hours, 72 hours, or 7-day historical trends.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Hover Tooltips: Precision tooltips displaying both efficiency score and CPU % for every single hour.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LIVE DEMONSTRATION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Implementation Screenshot: Energy &amp; Telemetry Intelligence</a:t>
            </a:r>
          </a:p>
        </p:txBody>
      </p:sp>
      <p:pic>
        <p:nvPicPr>
          <p:cNvPr id="3" name="Picture 2" descr="energy_efficienc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20316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Screenshot Highlights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Historical Hourly Telemetry: Real-time CloudWatch data aggregated across 24-hour window.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Aligned Grid Geometry: Chart bars perfectly aligned with 0, 25, 50, 75, 100% scale lines.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Metric Switcher: Fast interactive toggle for Efficiency vs CPU %.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Transparent Model: Clear separation between real telemetry and derived estimates.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ENGINEERING RIGOR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Debugging the 50% Flatline Bug ('Is this def wrong?')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Root Cause Analysis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Bug 1 (Backend Step Quantization): calculate_efficiency_score used rigid buckets (if cpu &lt; 10: return 45). For idle EC2 instances (0.2-3% CPU), every hour was returned as 45.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Bug 2 (CSS Alignment Offset): .chart-bars had inset: 0 0 0 while grid lines had inset: 0 0 23px. A 45% bar height (108px) + 23px label aligned exactly at 131.5px (the 50% grid line!).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Result: Chart appeared artificially capped and frozen identically at 50 for 24 hours.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Engineered Solution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Replaced Step Function: Implemented smooth continuous curve with cubic scaling from idle to peak.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Synchronized CSS: Set inset: 0 0 23px and placed labels outside flex height via absolute positioning.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Added Dual Metric Toggle: Allowed cloud operators to inspect raw CPU % directly alongside score.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Verified Build: npm run build completed with 0 errors and pushed to production GitHub repo.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AUTONOMOUS OPERATIONS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Intelligent Load Balancing &amp; Conversational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Dynamic Workload Balancer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Cluster Workload Variance: Calculates standard deviation of compute pressure across instances.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Hotspot Detection: Flags instances exceeding safe CPU thresholds.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Traffic Rebalancing: Formulates intelligent routing suggestions to equalize node load.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Auto-Scaling Triggers: Detects when cluster capacity requires scale-out or scale-in.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Conversational AI Assistant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Natural Language Interface: Ask complex infrastructure questions in conversational English.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Automated Summarization: Explains security vulnerabilities and compliance scores in plain text.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Guidance on Demand: Recommends instance downsizing, spot pricing, and security remediations.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 Latency: Responsive chat interface directly connected to FastAPI intelligence.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VERIFICATION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Quality Assurance, Testing &amp; Production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Backend Testing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FastAPI TestClient integration.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Python py_compile 0 errors.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STS validation unit testing.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CloudWatch mock &amp; live tests.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Sub-50ms endpoint response.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Frontend Build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Vite production compilation passed in 801ms.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 ESLint / React syntax errors.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Responsive layout testing.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Glassmorphic design system.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Zero hydration mismatches.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Deployment &amp; Git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GitHub Repository: SMOS555/Cloudmind.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Branch: main (Clean sync).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Production artifacts verified.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Docker Compose ready.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Ready for live cloud deployment.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LOOKING FORWARD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Project Accomplishments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Delivered a fully integrated, zero-trust cloud management platform.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Successfully unified telemetry, security audits, and green computing.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Solved subtle real-world mathematical quantization bugs in telemetry rendering.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Provided actionable 1-click remediation scripts for cloud security posture.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Future Roadmap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Autonomous Remediation Execution: Direct execution via AWS Lambda.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Multi-Cloud Federation: Extending telemetry to GCP and Microsoft Azure.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Predictive AI Workload Forecasting: ML-driven autoscaling before traffic spikes.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Kubernetes (EKS) Pod Support: Container-level energy and security intelligence.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PROJECT DEFENSE &amp; EVALUATION</a:t>
            </a:r>
          </a:p>
          <a:p>
            <a:pPr>
              <a:spcBef>
                <a:spcPts val="800"/>
              </a:spcBef>
              <a:defRPr sz="48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>
              <a:spcBef>
                <a:spcPts val="1200"/>
              </a:spcBef>
              <a:defRPr sz="2000">
                <a:solidFill>
                  <a:srgbClr val="94A3B8"/>
                </a:solidFill>
              </a:defRPr>
            </a:pPr>
            <a:r>
              <a:t>Open for Questions, Evaluation &amp; Live Code Demonstration</a:t>
            </a:r>
          </a:p>
          <a:p>
            <a:pPr>
              <a:spcBef>
                <a:spcPts val="2800"/>
              </a:spcBef>
              <a:defRPr sz="1400">
                <a:solidFill>
                  <a:srgbClr val="2563EB"/>
                </a:solidFill>
              </a:defRPr>
            </a:pPr>
            <a:r>
              <a:t>GitHub Repository: https://github.com/SMOS555/Cloudmind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