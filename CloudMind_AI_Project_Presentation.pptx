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CLOUD COMPUTING &amp; AUTONOMOUS SYSTEMS PROJECT DEFENSE</a:t>
            </a:r>
          </a:p>
          <a:p>
            <a:pPr>
              <a:spcBef>
                <a:spcPts val="800"/>
              </a:spcBef>
              <a:defRPr sz="4600" b="1">
                <a:solidFill>
                  <a:srgbClr val="F8FAFC"/>
                </a:solidFill>
              </a:defRPr>
            </a:pPr>
            <a:r>
              <a:t>CloudMind AI</a:t>
            </a:r>
          </a:p>
          <a:p>
            <a:pPr>
              <a:spcBef>
                <a:spcPts val="1000"/>
              </a:spcBef>
              <a:defRPr sz="1700">
                <a:solidFill>
                  <a:srgbClr val="94A3B8"/>
                </a:solidFill>
              </a:defRPr>
            </a:pPr>
            <a:r>
              <a:t>An Autonomous Multi-Region AWS Telemetry, Automated Security Remediation &amp; Green Computing Platform</a:t>
            </a:r>
          </a:p>
          <a:p>
            <a:pPr>
              <a:spcBef>
                <a:spcPts val="2600"/>
              </a:spcBef>
              <a:defRPr sz="1600" b="1">
                <a:solidFill>
                  <a:srgbClr val="10B981"/>
                </a:solidFill>
              </a:defRPr>
            </a:pPr>
            <a:r>
              <a:t>STUDENT / CANDIDATE WORK: SAFWAAN MOHAMED S  |  REG NO: 25BCE1188</a:t>
            </a:r>
          </a:p>
          <a:p>
            <a:pPr>
              <a:spcBef>
                <a:spcPts val="1000"/>
              </a:spcBef>
              <a:defRPr sz="1300">
                <a:solidFill>
                  <a:srgbClr val="2563EB"/>
                </a:solidFill>
              </a:defRPr>
            </a:pPr>
            <a:r>
              <a:t>Technologies: React 18 • FastAPI (Python 3.13) • AWS Boto3 SDK • Amazon CloudWatch • AWS 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CANDIDATE SCOPE OF WORK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My Contributions &amp; Implementation Achievements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1. Architecture &amp; AWS Integration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Engineered full-stack architecture connecting React frontend to FastAPI backend.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Implemented Zero-Trust AWS STS Authentication (get_caller_identity).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Created Global Connection Center on Dashboard syncing keys across all pages.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Built multi-region switcher supporting ap-south-1, us-east-1, eu-west-1.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2. Security &amp; Remediation Engine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Developed automated security scanner for AWS EC2 &amp; Security Groups.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Engineered CIS Well-Architected 4-pillar compliance scoring.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Implemented Zero-Trust port scanner detecting open SSH (22) &amp; RDP (3389).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Built 1-click CLI remediation generator emitting instant AWS CLI fixes.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3. Green Computing &amp; Problem Solving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Researched &amp; formulated continuous SPECpower server energy curve.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Diagnosed &amp; solved the critical 50% Telemetry Flatline bug in backend &amp; CSS.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Implemented dynamic metric toggle (Efficiency Score vs CPU %) with tooltips.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Integrated EC2 Load Balancer &amp; Conversational AI Cloud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INDUSTRY PAIN POINTS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Problem Statement &amp; Existing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1. Monitoring Sprawl Across AWS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DevOps engineers forced to navigate 5+ AWS console screens.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No centralized correlation between metrics, posture, and power.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Lack of cross-region telemetry visibility.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219456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43F5E"/>
                </a:solidFill>
              </a:defRPr>
            </a:pPr>
            <a:r>
              <a:t>2. Severe Security Misconfigurations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&gt;80% of cloud breaches stem from basic misconfigurations.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Unrestricted ingress (0.0.0.0/0) on port 22 (SSH) and 3389 (RDP).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Unencrypted EBS volumes violating compliance standards.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3. The Idle Compute Energy Waste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Idle cloud servers draw ~40% electricity without doing real work.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Lack of continuous mathematical modeling for server power draw.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Silent carbon emissions without actionable reduction advice.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4. Authentication &amp; Key Friction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Fragmented credential prompts on individual sub-pages.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Risk of credential leakage or misconfigured IAM profiles.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Need for unified STS verification &amp; safe persistence.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SYSTEM BLUEPRINT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High-Level 4-Tier Architecture &amp; 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Client Presentation Tier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React 18 Single Page Application (SPA).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Vite for sub-second hot reload &amp; compilation.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Glassmorphic Dark UI design system.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Reactive LocalStorage token storage.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Cross-tab global credential dispatcher.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Backend Orchestration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FastAPI (Python 3.13) async REST API.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Pydantic schema validation &amp; error shielding.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Modular domain services architecture.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High-throughput non-blocking endpoints.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Sub-50ms API response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AWS Cloud Integration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AWS Boto3 SDK for multi-region access.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Amazon EC2 for instance inventory &amp; volumes.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Amazon CloudWatch for CPU &amp; network telemetry.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AWS STS for zero-trust caller identity check.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AWS Pricing API for regional grid factors.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PROCESS LIFECYCLE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End-to-End Operational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1. Authenticate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Admin inputs IAM credentials on Dashboard.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FastAPI calls sts.get_caller_identity().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Validates Account ID &amp; Caller ARN.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Saves to state with zero page reloads.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645920"/>
            <a:ext cx="24688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2. Ingest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Parallel Boto3 workers query CloudWatch.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Retrieves 24h &amp; 7d CPU averages.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Fetches EC2 instance state &amp; tags.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Aggregates network in/out throughput.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24688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3. Analyze &amp; Model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Security rules evaluate open ports &amp; EBS.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Computes Well-Architected score (0-100).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Energy engine computes continuous curve.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Translates CPU to kWh and kg CO2e.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645920"/>
            <a:ext cx="24688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4. Remediate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Emits copy-paste ready AWS CLI fixes.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Generates instance downscaling advice.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Load balancer suggests traffic rebalance.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AI Agent explains findings in plain 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MODULE 1 WORKING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Dashboard: Global AWS Connection Center &amp; Live Telemetry</a:t>
            </a:r>
          </a:p>
        </p:txBody>
      </p:sp>
      <p:pic>
        <p:nvPicPr>
          <p:cNvPr id="3" name="Picture 2" descr="dashboar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29389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645920"/>
            <a:ext cx="42976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How it Works (My Implementation)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Single Source of Truth: Centralized IAM authentication banner directly on the Dashboard.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Live STS Identity: Validated Account: 970295636496, Region: ap-south-1 (Mumbai).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Global Synchronization: Credentials entered here automatically apply across Security, Energy, Load Balancing &amp; Providers.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Real CloudWatch Telemetry: Live 2.68% CPU gauge and 7-hour historical CPU graph from active EC2 instance.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Cloud Health Status: Real-time health score (100/100 Live AWS infrastructure).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MODULE 2 WORKING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Dashboard: Multi-Cloud Overview &amp; Active EC2 Inventory</a:t>
            </a:r>
          </a:p>
        </p:txBody>
      </p:sp>
      <p:pic>
        <p:nvPicPr>
          <p:cNvPr id="3" name="Picture 2" descr="dashboard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290857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645920"/>
            <a:ext cx="42976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How it Works (My Implementation)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Multi-Cloud Hub: Live provider tracking (AWS 100% active, Azure &amp; GCP ready for federation).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Infrastructure Status: System health check verifying Compute (Healthy) and service status.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Live EC2 Inventory: Direct discovery of active compute instance i-0f42ba1e1a07103f7.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Instance Metadata: Real-time status (running), CPU (2.68%), and region (ap-south-1).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Zero Hardcoding: 100% real live data returned via Boto3 describe_instances API.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MODULE 3 WORKING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Security Center: AWS Well-Architected Posture &amp; Port Audit</a:t>
            </a:r>
          </a:p>
        </p:txBody>
      </p:sp>
      <p:pic>
        <p:nvPicPr>
          <p:cNvPr id="3" name="Picture 2" descr="security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29389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645920"/>
            <a:ext cx="42976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43F5E"/>
                </a:solidFill>
              </a:defRPr>
            </a:pPr>
            <a:r>
              <a:t>How it Works (My Implementation)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Automated Vulnerability Scan: Audited 1 EC2 instance, detecting 2 High/Critical risks.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Well-Architected Pillars: Evaluates Network Exposure (0%), Data Encryption (0%), and Host &amp; Metadata Hardening (100% IMDSv2).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Attack Surface Scan: Successfully flagged SSH Port 22 exposed to 0.0.0.0/0 on 1 instance.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Storage Audit: Discovered 1 unencrypted EBS block storage volume violating encryption policies.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Remediation Generator: Produces instant AWS CLI commands (revoke-security-group-ingress) to fix the vulnerability.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MODULE 4 WORKING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Energy Intelligence: Workload Efficiency &amp; Environmental Impact</a:t>
            </a:r>
          </a:p>
        </p:txBody>
      </p:sp>
      <p:pic>
        <p:nvPicPr>
          <p:cNvPr id="3" name="Picture 2" descr="energy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43685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645920"/>
            <a:ext cx="42976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How it Works (My Implementation)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Connected Telemetry: Ingests live CloudWatch metrics in region ap-south-1 over 24-hour analysis window.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Continuous Efficiency Score: Computed 31.2/100 efficiency reflecting true server energy behavior at 2.64% CPU.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Environmental Impact Model: Accurately calculated Estimated Energy (0.1376 kWh) and Carbon Emissions (0.0963 kg CO2e).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Savings Projection: Identifies potential savings of 0.0413 kWh and 0.0289 kg CO2e.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Transparent Metrics: Clear separation between real telemetry and derived planning estimates.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ENGINEERING RIGOR &amp; PROBLEM SOLVING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Diagnosing &amp; Fixing the 50% Flatline Telemetry Bug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43F5E"/>
                </a:solidFill>
              </a:defRPr>
            </a:pPr>
            <a:r>
              <a:t>The Bug: Artificial Flatline at 50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Symptom: In initial testing, every single hourly bar across the last 24 hours was completely flat and frozen at 50.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Root Cause 1 (Backend Step Quantization): calculate_efficiency_score used rigid discrete buckets: if cpu &lt; 10: return 45. For idle instances (0.2-3% CPU), every hour was rounded to constant 45.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Root Cause 2 (CSS Alignment Offset): .chart-bars had inset: 0 0 0 while grid lines had inset: 0 0 23px. A 45% bar height (108px) + 23px label underneath placed bar tops right at 131.5px (the 50% grid line!).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Result: Graph created an artificial illusion that efficiency was capped at 50.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My Solution: Continuous Curve &amp; CSS Fix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Mathematical Formulation: Replaced step buckets with a continuous cubic server power curve based on SPECpower benchmarks.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Curve Dynamics: Starts at 25% (idle draw), rises smoothly to 95% at 70% CPU, and includes thermal saturation penalties beyond 85% CPU.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CSS Geometry Synchronization: Updated .chart-bars to inset: 0 0 23px and placed labels outside flex height via top: 100%.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Dual Metric Toggle: Added interactive buttons allowing operators to toggle between Efficiency Score and raw CloudWatch CPU %.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Hover Tooltips: Precision tooltips displaying both efficiency and CPU % for every hour.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MODULE 5 WORKING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Historical Analysis: Resolved Continuous Trend &amp; Optimization</a:t>
            </a:r>
          </a:p>
        </p:txBody>
      </p:sp>
      <p:pic>
        <p:nvPicPr>
          <p:cNvPr id="3" name="Picture 2" descr="energ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58259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645920"/>
            <a:ext cx="42976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How it Works (My Implementation)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Resolved Telemetry Visualization: Demonstrates the fixed chart with continuous variation (~30% efficiency) over 24 hours.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No More Flatline: Bars reflect real hourly fractional CPU changes rather than an artificial static constant.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Optimization Opportunities: Automatically flags instance i-0f42ba1e1a07103f7 averaging only 2.64% CPU.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Actionable Advice: Recommends rightsizing instance or applying scheduled start/stop policies.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High Idle Capacity Alert: Highlights underutilized compute to eliminate wasted enterprise spending.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MODULE 6 WORKING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Workload Distribution: Real-Time EC2 Load Balancing</a:t>
            </a:r>
          </a:p>
        </p:txBody>
      </p:sp>
      <p:pic>
        <p:nvPicPr>
          <p:cNvPr id="3" name="Picture 2" descr="load_balan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290857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645920"/>
            <a:ext cx="42976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How it Works (My Implementation)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Workload Distribution Analysis: Analyzes real EC2 CPU pressure across monitored compute nodes.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Cluster Status: Computes overall cluster health (Balanced status across active nodes).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Node Monitoring: Real-time tracking of instance i-0f42ba1e1a07103f7 with 2.72% CPU.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Compute Variance: Calculates standard deviation of compute load across active instances.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Proactive Scaling Signals: Formulates traffic redistribution recommendations when skew is detected.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MODULE 7 WORKING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Autonomous AI Cloud Agent: Natural Language Infrastructure Copilot</a:t>
            </a:r>
          </a:p>
        </p:txBody>
      </p:sp>
      <p:pic>
        <p:nvPicPr>
          <p:cNvPr id="3" name="Picture 2" descr="ai_cloud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294501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645920"/>
            <a:ext cx="42976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How it Works (My Implementation)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Conversational Cloud AI: Interactive chat interface answering complex cloud architecture and security questions.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Live Query Demo: Answered 'How can I improve cloud security?' with structured definitions and risk impact matrix.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Connected Intelligence: Real-time connectivity to Cloud Metrics, Security Engine, Cost Engine, and Analytics Engine.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Agent Capabilities: Cloud Knowledge, Infrastructure Analysis, Security Intelligence, and Energy Optimization.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Operator Decision Support: Translates technical cloud telemetry into plain English business insights.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QUALITY ASSURANCE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Testing, Verification &amp; Production Build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Backend Verification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FastAPI TestClient suite passed.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python -m py_compile 0 syntax errors.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Live AWS STS credential validation tested.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Boto3 error shielding (expired token / invalid key).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Sub-50ms API endpoint responses.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Frontend Build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Vite production build passed in 801ms.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Zero ESLint or React hydration errors.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Responsive design tested across resolutions.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Glassmorphic CSS with zero layout shifts.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Clean client-side state management.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Version Control &amp; Deploy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GitHub Repo: SMOS555/Cloudmind.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Branch: main (Clean sync).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Docker Compose configuration verified.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Production artifacts generated.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Ready for live cloud deployment.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EVALUATION &amp; IMPACT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Results, Business Value &amp; Security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Measurable Operational Outcomes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Single Pane of Glass: Eliminated tool sprawl by unifying telemetry, security, and sustainability.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Instant Remediation: Generated AWS CLI remediation commands in &lt; 2 seconds.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Zero-Trust Authentication: Centralized STS authentication applied automatically across all 6 modules.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Accurate Telemetry: Replaced broken step functions with continuous SPECpower server curves.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Security &amp; Sustainability Impact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100% Risk Discovery: Successfully caught open SSH port 22 and unencrypted EBS volumes.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Carbon Transparency: Provided actionable kWh and kg CO2e metrics for real EC2 compute.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Rightsizing Intelligence: Detected over-provisioned idle instances with right-sizing advice.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Production Ready: Modular architecture built for scale across enterprise AWS environments.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FUTURE ENHANCEMENTS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</a:defRPr>
            </a:pPr>
            <a:r>
              <a:t>Roadmap &amp; Technology Expansion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Autonomous Remediation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Execute security remediations directly from the UI via AWS Lambda.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Automated security group rule revocation with audit logging.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Automated EBS encryption snapshot migration.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Multi-Cloud Federation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Expand telemetry ingestion to Google Cloud Platform (GCP).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Integrate Microsoft Azure Virtual Machines.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Unified multi-cloud carbon intensity comparison.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131D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 bIns="201168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Predictive AI Workload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Train LSTM / Transformer models on CPU history.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Proactive auto-scaling prior to peak traffic events.</a:t>
            </a:r>
          </a:p>
          <a:p>
            <a:pPr>
              <a:spcAft>
                <a:spcPts val="500"/>
              </a:spcAft>
              <a:defRPr sz="1100">
                <a:solidFill>
                  <a:srgbClr val="F8FAFC"/>
                </a:solidFill>
              </a:defRPr>
            </a:pPr>
            <a:r>
              <a:t>• Kubernetes (EKS) container pod-level energy tracking.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PROJECT EVALUATION &amp; DEFENSE</a:t>
            </a:r>
          </a:p>
          <a:p>
            <a:pPr>
              <a:spcBef>
                <a:spcPts val="800"/>
              </a:spcBef>
              <a:defRPr sz="48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>
              <a:spcBef>
                <a:spcPts val="1000"/>
              </a:spcBef>
              <a:defRPr sz="1800">
                <a:solidFill>
                  <a:srgbClr val="94A3B8"/>
                </a:solidFill>
              </a:defRPr>
            </a:pPr>
            <a:r>
              <a:t>Open for Faculty Questions, Evaluation &amp; Live System Demonstration</a:t>
            </a:r>
          </a:p>
          <a:p>
            <a:pPr>
              <a:spcBef>
                <a:spcPts val="2200"/>
              </a:spcBef>
              <a:defRPr sz="1800" b="1">
                <a:solidFill>
                  <a:srgbClr val="10B981"/>
                </a:solidFill>
              </a:defRPr>
            </a:pPr>
            <a:r>
              <a:t>Candidate: Safwaan Mohamed S  |  Register No: 25BCE1188</a:t>
            </a:r>
          </a:p>
          <a:p>
            <a:pPr>
              <a:spcBef>
                <a:spcPts val="800"/>
              </a:spcBef>
              <a:defRPr sz="1400">
                <a:solidFill>
                  <a:srgbClr val="2563EB"/>
                </a:solidFill>
              </a:defRPr>
            </a:pPr>
            <a:r>
              <a:t>GitHub Repository: https://github.com/SMOS555/Cloudmind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